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2909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CB8E47-7ADF-3151-ADD7-916360BAC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051B03B-2D01-7643-AB0E-1CE8C5ECD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B9DA98-FEB3-4BB9-2EEC-BA353112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BD54A4-90AB-2E75-15ED-981779E1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6BB1EC-4972-3E8A-76AA-F99DEEC1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40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B9499-9C08-E15F-518D-CF886B3B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4A8240-8205-4E77-3BCE-054B6F1F3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0F064D-8981-019A-3021-19BBF36A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CBC2E6-6B84-23B3-EB51-2BD796E9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3FBAF0-86BA-5D3E-A018-76943C00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425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6FB315-0D88-ADF7-C169-684A6630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664FF2-C7AF-6935-6153-2F449F1F7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245560-5504-6B02-4310-D032F02F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A7C919-4C4B-C669-ECDC-435133D0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291BC2-E4B7-3EC2-D41F-414939DD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49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903FDD-7A2A-6628-3170-37029BA2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8B9FD1-4057-0BBA-72E7-55725A66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6A9265-0F15-FBF5-1DB4-6B495B601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8A8E00-2040-345C-A09B-C1199585B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38FD89-BA7C-1A03-244A-5AE6C756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457629-E1F6-74EB-558A-3817EF73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98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D28C14-DB53-FF3C-DE56-E8460C73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F3458E-D56D-F419-27D5-5E83050BB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6F9112-4613-B8F1-C460-35FFFF402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230348-D1EF-2230-ECC0-0D632FF56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86E922-9CFC-F4D1-A5CA-50FBE90E7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BF41817-C005-D632-FD4C-E5781CB8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08E1630-8D59-5201-0FF7-4F4F547B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7E31F3-67AC-88BF-A0BA-1878D823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941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948EA0-77F0-CE86-AF05-04C2AA3C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78924C-B1E2-D46A-5514-54CFC9B8D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19A7E8-4B9F-A2F3-2A8A-82FEEBFA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6D9837-C326-55B3-4C0F-3D392E9D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56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F4BCC6-85BA-0FE8-676B-0D4FC554E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201E54E-2155-205D-D9F9-322D5B46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A3AE07-B106-8CA4-3A78-7AD8CD17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532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696D9-6A75-802F-B47F-C6A110CF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561357-9352-C4F3-8191-0788E619F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5BF9FE-57FA-BA0A-79CF-F51FBC8B0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016282-247A-F854-FB39-63BAC527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A8DEE8-80CF-E425-E7BE-2A4205843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78A9A4-5FC1-F8EB-615B-804D6269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67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65901-0172-A4E4-4C1A-244A8834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0AB6DEB-FA0F-6D44-24E7-D476DBA90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B4F395-4A5D-8569-3FE9-CD161FBD4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AFF494-0696-A1AF-A749-F30A8CE0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EB7CD0-DA3F-80B6-13EB-DD518DC72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902EAB-8C10-9D4C-F033-5DE1A584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9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0C76B-0B04-5789-A6E5-EC2B8C56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57FF1D-D56F-60A0-51BA-F63A5891C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0B161B-2BD4-6026-9487-888C3644B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5EE8B8-9C1F-4DB2-32D9-DB514F8C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6FB0C3-37BA-EE22-9912-0C0EC899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14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A7F9AEA-CC09-5552-5645-2FCD5BCCA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CB1544-B293-D50F-4092-C14BBD463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2C90D7-7BF2-740D-6454-863D352A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B3F548-3B85-91B7-400F-48155FA8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E093C0-5C2A-913A-5DE8-58DAF5B1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79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4C3174-0D3A-E469-53D7-83C23EFD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7FA6CD-F594-9570-C03A-C88D0EEA3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941155-9159-ED5A-2D91-D805DA376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1C110-A6DC-4700-9BE7-E6FA8C45814D}" type="datetimeFigureOut">
              <a:rPr kumimoji="1" lang="ja-JP" altLang="en-US" smtClean="0"/>
              <a:t>2024/5/2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F16837-6CD3-2074-7AD8-28E4B6DAE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C95DFA-2721-8068-6CBD-F7D04DFEB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A91D4-B14D-4011-89E5-5A74F8F53C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28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0C9D26-7A3D-2800-F01B-3EC4A5EC4155}"/>
              </a:ext>
            </a:extLst>
          </p:cNvPr>
          <p:cNvSpPr txBox="1"/>
          <p:nvPr/>
        </p:nvSpPr>
        <p:spPr>
          <a:xfrm>
            <a:off x="3941422" y="1943378"/>
            <a:ext cx="2926080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ja-JP" dirty="0"/>
              <a:t>【</a:t>
            </a:r>
            <a:r>
              <a:rPr lang="ja-JP" altLang="en-US" dirty="0"/>
              <a:t>事業者</a:t>
            </a:r>
            <a:r>
              <a:rPr lang="en-US" altLang="ja-JP" dirty="0"/>
              <a:t>】</a:t>
            </a:r>
          </a:p>
          <a:p>
            <a:pPr algn="ctr"/>
            <a:r>
              <a:rPr lang="ja-JP" altLang="en-US" b="1" dirty="0"/>
              <a:t>とうめいしっぽ</a:t>
            </a:r>
            <a:endParaRPr lang="en-US" altLang="ja-JP" b="1" dirty="0"/>
          </a:p>
          <a:p>
            <a:pPr algn="ctr"/>
            <a:r>
              <a:rPr kumimoji="1" lang="ja-JP" altLang="en-US" dirty="0"/>
              <a:t>（事業実施主体）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B4A181-9680-67DE-043C-746E53679970}"/>
              </a:ext>
            </a:extLst>
          </p:cNvPr>
          <p:cNvSpPr txBox="1"/>
          <p:nvPr/>
        </p:nvSpPr>
        <p:spPr>
          <a:xfrm>
            <a:off x="7134602" y="547714"/>
            <a:ext cx="2926080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ja-JP" dirty="0"/>
              <a:t>【</a:t>
            </a:r>
            <a:r>
              <a:rPr lang="ja-JP" altLang="en-US" dirty="0"/>
              <a:t>相談先</a:t>
            </a:r>
            <a:r>
              <a:rPr lang="en-US" altLang="ja-JP" dirty="0"/>
              <a:t>】</a:t>
            </a:r>
          </a:p>
          <a:p>
            <a:pPr algn="ctr"/>
            <a:r>
              <a:rPr lang="ja-JP" altLang="en-US" b="1" dirty="0"/>
              <a:t>マノルダ岩手</a:t>
            </a:r>
            <a:endParaRPr lang="en-US" altLang="ja-JP" b="1" dirty="0"/>
          </a:p>
          <a:p>
            <a:pPr algn="ctr"/>
            <a:r>
              <a:rPr kumimoji="1" lang="ja-JP" altLang="en-US" dirty="0"/>
              <a:t>（販売戦略・実施支援）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B1AF18-B78F-241B-7786-4E8CCA910CAC}"/>
              </a:ext>
            </a:extLst>
          </p:cNvPr>
          <p:cNvSpPr txBox="1"/>
          <p:nvPr/>
        </p:nvSpPr>
        <p:spPr>
          <a:xfrm>
            <a:off x="748242" y="547714"/>
            <a:ext cx="2926080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ja-JP" dirty="0"/>
              <a:t>【</a:t>
            </a:r>
            <a:r>
              <a:rPr lang="ja-JP" altLang="en-US" dirty="0"/>
              <a:t>相談先</a:t>
            </a:r>
            <a:r>
              <a:rPr lang="en-US" altLang="ja-JP" dirty="0"/>
              <a:t>】</a:t>
            </a:r>
          </a:p>
          <a:p>
            <a:pPr algn="ctr"/>
            <a:r>
              <a:rPr lang="ja-JP" altLang="en-US" b="1" dirty="0"/>
              <a:t>岩手県工業技術センター</a:t>
            </a:r>
            <a:endParaRPr lang="en-US" altLang="ja-JP" b="1" dirty="0"/>
          </a:p>
          <a:p>
            <a:pPr algn="ctr"/>
            <a:r>
              <a:rPr kumimoji="1" lang="ja-JP" altLang="en-US" dirty="0"/>
              <a:t>（技術相談・試作補助）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833ACEB-3687-79B4-7BE3-0F5F7776BB0B}"/>
              </a:ext>
            </a:extLst>
          </p:cNvPr>
          <p:cNvSpPr txBox="1"/>
          <p:nvPr/>
        </p:nvSpPr>
        <p:spPr>
          <a:xfrm>
            <a:off x="3941422" y="547714"/>
            <a:ext cx="2926080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ja-JP" dirty="0"/>
              <a:t>【</a:t>
            </a:r>
            <a:r>
              <a:rPr lang="ja-JP" altLang="en-US" dirty="0"/>
              <a:t>相談先</a:t>
            </a:r>
            <a:r>
              <a:rPr lang="en-US" altLang="ja-JP" dirty="0"/>
              <a:t>】</a:t>
            </a:r>
          </a:p>
          <a:p>
            <a:pPr algn="ctr"/>
            <a:r>
              <a:rPr lang="ja-JP" altLang="en-US" b="1" dirty="0"/>
              <a:t>よろず支援拠点</a:t>
            </a:r>
            <a:endParaRPr lang="en-US" altLang="ja-JP" b="1" dirty="0"/>
          </a:p>
          <a:p>
            <a:pPr algn="ctr"/>
            <a:r>
              <a:rPr kumimoji="1" lang="ja-JP" altLang="en-US" dirty="0"/>
              <a:t>（ブランディング支援）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BF7FF8-C5B8-B569-21FE-DE2D9615FD92}"/>
              </a:ext>
            </a:extLst>
          </p:cNvPr>
          <p:cNvSpPr txBox="1"/>
          <p:nvPr/>
        </p:nvSpPr>
        <p:spPr>
          <a:xfrm>
            <a:off x="2344431" y="3339042"/>
            <a:ext cx="2926080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ja-JP" dirty="0"/>
              <a:t>【</a:t>
            </a:r>
            <a:r>
              <a:rPr lang="ja-JP" altLang="en-US" dirty="0"/>
              <a:t>発注先</a:t>
            </a:r>
            <a:r>
              <a:rPr lang="en-US" altLang="ja-JP" dirty="0"/>
              <a:t>】</a:t>
            </a:r>
          </a:p>
          <a:p>
            <a:pPr algn="ctr"/>
            <a:r>
              <a:rPr lang="ja-JP" altLang="en-US" b="1" dirty="0"/>
              <a:t>松森木工所</a:t>
            </a:r>
            <a:endParaRPr lang="en-US" altLang="ja-JP" b="1" dirty="0"/>
          </a:p>
          <a:p>
            <a:pPr algn="ctr"/>
            <a:r>
              <a:rPr kumimoji="1" lang="ja-JP" altLang="en-US" dirty="0"/>
              <a:t>（製品製作）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FE7478-639C-6D68-38F9-DA16E69AB96E}"/>
              </a:ext>
            </a:extLst>
          </p:cNvPr>
          <p:cNvSpPr txBox="1"/>
          <p:nvPr/>
        </p:nvSpPr>
        <p:spPr>
          <a:xfrm>
            <a:off x="5537610" y="3339042"/>
            <a:ext cx="3264483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ja-JP" dirty="0"/>
              <a:t>【</a:t>
            </a:r>
            <a:r>
              <a:rPr lang="ja-JP" altLang="en-US" dirty="0"/>
              <a:t>発注先</a:t>
            </a:r>
            <a:r>
              <a:rPr lang="en-US" altLang="ja-JP" dirty="0"/>
              <a:t>】</a:t>
            </a:r>
          </a:p>
          <a:p>
            <a:pPr algn="ctr"/>
            <a:r>
              <a:rPr lang="ja-JP" altLang="en-US" b="1" dirty="0"/>
              <a:t>阿部拓也（岩手</a:t>
            </a:r>
            <a:r>
              <a:rPr lang="en-US" altLang="ja-JP" b="1" dirty="0"/>
              <a:t>ADC</a:t>
            </a:r>
            <a:r>
              <a:rPr lang="ja-JP" altLang="en-US" b="1" dirty="0"/>
              <a:t>）</a:t>
            </a:r>
            <a:endParaRPr lang="en-US" altLang="ja-JP" b="1" dirty="0"/>
          </a:p>
          <a:p>
            <a:pPr algn="ctr"/>
            <a:r>
              <a:rPr kumimoji="1" lang="ja-JP" altLang="en-US" dirty="0"/>
              <a:t>（商品のトータルデザイン）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D65A5E2-B6A0-5DD2-9EDF-7E0AB336085B}"/>
              </a:ext>
            </a:extLst>
          </p:cNvPr>
          <p:cNvCxnSpPr>
            <a:cxnSpLocks/>
            <a:stCxn id="4" idx="1"/>
            <a:endCxn id="6" idx="2"/>
          </p:cNvCxnSpPr>
          <p:nvPr/>
        </p:nvCxnSpPr>
        <p:spPr>
          <a:xfrm flipH="1" flipV="1">
            <a:off x="2211282" y="1471044"/>
            <a:ext cx="1730140" cy="9339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96099267-C2AD-3807-DD92-D964125A53BC}"/>
              </a:ext>
            </a:extLst>
          </p:cNvPr>
          <p:cNvCxnSpPr>
            <a:cxnSpLocks/>
            <a:stCxn id="4" idx="0"/>
            <a:endCxn id="7" idx="2"/>
          </p:cNvCxnSpPr>
          <p:nvPr/>
        </p:nvCxnSpPr>
        <p:spPr>
          <a:xfrm flipV="1">
            <a:off x="5404462" y="1471044"/>
            <a:ext cx="0" cy="47233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CEA3137-000A-F902-2367-03E032CF761B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 flipV="1">
            <a:off x="6867502" y="1471044"/>
            <a:ext cx="1730140" cy="93399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00F2D9F-5601-3880-2B3F-0F6FC911C8DD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5404462" y="2866708"/>
            <a:ext cx="1765390" cy="47233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E709D14-A43E-1146-2F1B-1C4D24EFB53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3807471" y="2866708"/>
            <a:ext cx="1596991" cy="47233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C7E35DB-0E38-91EC-629F-2347B94D6FD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270511" y="3800707"/>
            <a:ext cx="26709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BAEF22F-0F43-3AE5-F981-2D47C93995D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7169852" y="1465709"/>
            <a:ext cx="1427790" cy="18733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317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69</Words>
  <Application>Microsoft Office PowerPoint</Application>
  <PresentationFormat>ワイド画面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紗希 新田</dc:creator>
  <cp:lastModifiedBy>紗希 新田</cp:lastModifiedBy>
  <cp:revision>1</cp:revision>
  <dcterms:created xsi:type="dcterms:W3CDTF">2024-05-02T00:40:16Z</dcterms:created>
  <dcterms:modified xsi:type="dcterms:W3CDTF">2024-05-02T07:16:44Z</dcterms:modified>
</cp:coreProperties>
</file>